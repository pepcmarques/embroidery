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3324" y="168"/>
      </p:cViewPr>
      <p:guideLst>
        <p:guide orient="horz" pos="616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5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10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4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7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9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9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3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9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8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0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F9D78-E5E8-4972-800E-C81176243D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66B20-70E6-4BB4-ABB9-BA31DA4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C0CB598-6E1F-EC26-E03E-6C555C606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76" y="0"/>
            <a:ext cx="1718890" cy="128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E9205A2-FFF9-99BF-0D35-47320B129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352" y="275603"/>
            <a:ext cx="2020119" cy="151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7AFE1FE-CAEA-5210-D4FD-065E96A39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84" y="2964275"/>
            <a:ext cx="4635137" cy="347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uldn't load image">
            <a:extLst>
              <a:ext uri="{FF2B5EF4-FFF2-40B4-BE49-F238E27FC236}">
                <a16:creationId xmlns:a16="http://schemas.microsoft.com/office/drawing/2014/main" id="{767C9D97-58D0-8161-096C-B6033996E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147" y="6439109"/>
            <a:ext cx="4293577" cy="322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87134BD7-97B0-97BA-33BE-BF4C9D4C5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8948" y="6664903"/>
            <a:ext cx="1998207" cy="149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73C2389D-CDE4-6588-6543-5C710B187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567234" y="4144203"/>
            <a:ext cx="1485062" cy="1113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56432641-0384-A1CC-C176-CFED4DC21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804" y="5262165"/>
            <a:ext cx="1115479" cy="146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31D00D86-2A15-4901-8724-DBD3C117A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40654" y="2381147"/>
            <a:ext cx="1848395" cy="138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03800B3F-A604-E820-B9D1-5CD7C92A1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209703" y="4443755"/>
            <a:ext cx="1549474" cy="11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78E1AE-1C97-982D-F1F1-4FF5A18D61CD}"/>
              </a:ext>
            </a:extLst>
          </p:cNvPr>
          <p:cNvSpPr txBox="1"/>
          <p:nvPr/>
        </p:nvSpPr>
        <p:spPr>
          <a:xfrm>
            <a:off x="1241832" y="1695045"/>
            <a:ext cx="2611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/>
              <a:t>Embroidering Words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37C75-6FFD-9DE6-F68B-5F83B9B14751}"/>
              </a:ext>
            </a:extLst>
          </p:cNvPr>
          <p:cNvSpPr txBox="1"/>
          <p:nvPr/>
        </p:nvSpPr>
        <p:spPr>
          <a:xfrm>
            <a:off x="1207265" y="2208070"/>
            <a:ext cx="4278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https://embroideringwords.vercel.app/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C43D90-A01F-4A24-820B-404F45C85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356" y="-14000"/>
            <a:ext cx="1737555" cy="130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06CBE2-D0B5-24F5-0AFB-749C8AAF54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405" y="1625106"/>
            <a:ext cx="961351" cy="9675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391E35-7FA9-532B-9D4E-0216DDA487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464" y="9401072"/>
            <a:ext cx="922351" cy="3763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C1FFAC-A85F-F32C-F212-66D03C5B4F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644" y="9486824"/>
            <a:ext cx="850790" cy="268487"/>
          </a:xfrm>
          <a:prstGeom prst="rect">
            <a:avLst/>
          </a:prstGeom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2264DE80-9508-5680-185E-658471675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93684" y="3172976"/>
            <a:ext cx="1549474" cy="116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E84F0A9-91FE-8117-30A0-8560B957D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93677" y="5844408"/>
            <a:ext cx="1549472" cy="11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885B97C-F287-D2CC-BD75-4C2C32C74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871" y="7060242"/>
            <a:ext cx="1273217" cy="135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DF2065-495E-B42F-8318-299A51D2C8AD}"/>
              </a:ext>
            </a:extLst>
          </p:cNvPr>
          <p:cNvSpPr txBox="1"/>
          <p:nvPr/>
        </p:nvSpPr>
        <p:spPr>
          <a:xfrm>
            <a:off x="-663480" y="9017893"/>
            <a:ext cx="2611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399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38191b4-c317-4947-99e2-64cd8064c36b}" enabled="1" method="Standard" siteId="{52acc953-aff2-4372-8063-72cf25a897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12</Words>
  <Application>Microsoft Office PowerPoint</Application>
  <PresentationFormat>A4 Paper (210x297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VPL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Magarinos Torres</dc:creator>
  <cp:lastModifiedBy>Rachel Magarinos Torres</cp:lastModifiedBy>
  <cp:revision>1</cp:revision>
  <dcterms:created xsi:type="dcterms:W3CDTF">2026-04-20T16:52:31Z</dcterms:created>
  <dcterms:modified xsi:type="dcterms:W3CDTF">2026-04-20T17:20:20Z</dcterms:modified>
</cp:coreProperties>
</file>